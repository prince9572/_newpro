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45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78" r:id="rId4"/>
    <p:sldId id="279" r:id="rId5"/>
    <p:sldId id="300" r:id="rId6"/>
    <p:sldId id="293" r:id="rId7"/>
    <p:sldId id="294" r:id="rId8"/>
    <p:sldId id="304" r:id="rId9"/>
    <p:sldId id="309" r:id="rId10"/>
    <p:sldId id="310" r:id="rId11"/>
    <p:sldId id="311" r:id="rId12"/>
    <p:sldId id="314" r:id="rId13"/>
    <p:sldId id="312" r:id="rId14"/>
    <p:sldId id="315" r:id="rId15"/>
    <p:sldId id="316" r:id="rId16"/>
    <p:sldId id="317" r:id="rId17"/>
    <p:sldId id="318" r:id="rId18"/>
    <p:sldId id="283" r:id="rId19"/>
    <p:sldId id="28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GAdneU/JiodrV91VFEWaRP9i+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6A4B6-FFF8-4671-BEF8-B3170B2E0376}" v="54" dt="2026-10-17T07:27:44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 Thakur" userId="0e731ad07be98675" providerId="LiveId" clId="{39C9F95C-BECD-4573-9A90-F5B3904D7D5A}"/>
    <pc:docChg chg="undo custSel addSld delSld modSld sldOrd">
      <pc:chgData name="Anupam Thakur" userId="0e731ad07be98675" providerId="LiveId" clId="{39C9F95C-BECD-4573-9A90-F5B3904D7D5A}" dt="2026-10-17T07:28:06.100" v="1011" actId="20577"/>
      <pc:docMkLst>
        <pc:docMk/>
      </pc:docMkLst>
      <pc:sldChg chg="modSp mod">
        <pc:chgData name="Anupam Thakur" userId="0e731ad07be98675" providerId="LiveId" clId="{39C9F95C-BECD-4573-9A90-F5B3904D7D5A}" dt="2026-10-17T06:20:26.477" v="124" actId="20577"/>
        <pc:sldMkLst>
          <pc:docMk/>
          <pc:sldMk cId="0" sldId="256"/>
        </pc:sldMkLst>
        <pc:spChg chg="mod">
          <ac:chgData name="Anupam Thakur" userId="0e731ad07be98675" providerId="LiveId" clId="{39C9F95C-BECD-4573-9A90-F5B3904D7D5A}" dt="2026-10-17T06:16:43.580" v="78" actId="20577"/>
          <ac:spMkLst>
            <pc:docMk/>
            <pc:sldMk cId="0" sldId="256"/>
            <ac:spMk id="175" creationId="{00000000-0000-0000-0000-000000000000}"/>
          </ac:spMkLst>
        </pc:spChg>
        <pc:spChg chg="mod">
          <ac:chgData name="Anupam Thakur" userId="0e731ad07be98675" providerId="LiveId" clId="{39C9F95C-BECD-4573-9A90-F5B3904D7D5A}" dt="2026-10-17T06:17:08.279" v="94" actId="20577"/>
          <ac:spMkLst>
            <pc:docMk/>
            <pc:sldMk cId="0" sldId="256"/>
            <ac:spMk id="176" creationId="{00000000-0000-0000-0000-000000000000}"/>
          </ac:spMkLst>
        </pc:spChg>
        <pc:spChg chg="mod">
          <ac:chgData name="Anupam Thakur" userId="0e731ad07be98675" providerId="LiveId" clId="{39C9F95C-BECD-4573-9A90-F5B3904D7D5A}" dt="2026-10-17T06:20:26.477" v="124" actId="20577"/>
          <ac:spMkLst>
            <pc:docMk/>
            <pc:sldMk cId="0" sldId="256"/>
            <ac:spMk id="179" creationId="{00000000-0000-0000-0000-000000000000}"/>
          </ac:spMkLst>
        </pc:spChg>
      </pc:sldChg>
      <pc:sldChg chg="addSp modSp mod">
        <pc:chgData name="Anupam Thakur" userId="0e731ad07be98675" providerId="LiveId" clId="{39C9F95C-BECD-4573-9A90-F5B3904D7D5A}" dt="2026-10-17T06:19:22.874" v="102" actId="1076"/>
        <pc:sldMkLst>
          <pc:docMk/>
          <pc:sldMk cId="1686196896" sldId="269"/>
        </pc:sldMkLst>
        <pc:picChg chg="add mod">
          <ac:chgData name="Anupam Thakur" userId="0e731ad07be98675" providerId="LiveId" clId="{39C9F95C-BECD-4573-9A90-F5B3904D7D5A}" dt="2026-10-17T06:19:22.874" v="102" actId="1076"/>
          <ac:picMkLst>
            <pc:docMk/>
            <pc:sldMk cId="1686196896" sldId="269"/>
            <ac:picMk id="4" creationId="{C8F5254A-D775-C5A6-8069-2D468B86FBA3}"/>
          </ac:picMkLst>
        </pc:picChg>
      </pc:sldChg>
      <pc:sldChg chg="modSp mod">
        <pc:chgData name="Anupam Thakur" userId="0e731ad07be98675" providerId="LiveId" clId="{39C9F95C-BECD-4573-9A90-F5B3904D7D5A}" dt="2026-10-17T07:28:06.100" v="1011" actId="20577"/>
        <pc:sldMkLst>
          <pc:docMk/>
          <pc:sldMk cId="0" sldId="278"/>
        </pc:sldMkLst>
        <pc:spChg chg="mod">
          <ac:chgData name="Anupam Thakur" userId="0e731ad07be98675" providerId="LiveId" clId="{39C9F95C-BECD-4573-9A90-F5B3904D7D5A}" dt="2026-10-17T07:28:06.100" v="1011" actId="20577"/>
          <ac:spMkLst>
            <pc:docMk/>
            <pc:sldMk cId="0" sldId="278"/>
            <ac:spMk id="3" creationId="{00000000-0000-0000-0000-000000000000}"/>
          </ac:spMkLst>
        </pc:spChg>
      </pc:sldChg>
      <pc:sldChg chg="del">
        <pc:chgData name="Anupam Thakur" userId="0e731ad07be98675" providerId="LiveId" clId="{39C9F95C-BECD-4573-9A90-F5B3904D7D5A}" dt="2026-10-17T06:18:28.914" v="97" actId="47"/>
        <pc:sldMkLst>
          <pc:docMk/>
          <pc:sldMk cId="2838385282" sldId="282"/>
        </pc:sldMkLst>
      </pc:sldChg>
      <pc:sldChg chg="del">
        <pc:chgData name="Anupam Thakur" userId="0e731ad07be98675" providerId="LiveId" clId="{39C9F95C-BECD-4573-9A90-F5B3904D7D5A}" dt="2026-10-17T06:18:23.618" v="95" actId="47"/>
        <pc:sldMkLst>
          <pc:docMk/>
          <pc:sldMk cId="4261812505" sldId="284"/>
        </pc:sldMkLst>
      </pc:sldChg>
      <pc:sldChg chg="addSp modSp mod">
        <pc:chgData name="Anupam Thakur" userId="0e731ad07be98675" providerId="LiveId" clId="{39C9F95C-BECD-4573-9A90-F5B3904D7D5A}" dt="2026-10-17T07:22:24.364" v="770" actId="1076"/>
        <pc:sldMkLst>
          <pc:docMk/>
          <pc:sldMk cId="357430405" sldId="288"/>
        </pc:sldMkLst>
        <pc:spChg chg="add mod">
          <ac:chgData name="Anupam Thakur" userId="0e731ad07be98675" providerId="LiveId" clId="{39C9F95C-BECD-4573-9A90-F5B3904D7D5A}" dt="2026-10-17T07:22:24.364" v="770" actId="1076"/>
          <ac:spMkLst>
            <pc:docMk/>
            <pc:sldMk cId="357430405" sldId="288"/>
            <ac:spMk id="2" creationId="{FC023DE0-64F3-4035-46FD-4447FF32956C}"/>
          </ac:spMkLst>
        </pc:spChg>
        <pc:spChg chg="add mod">
          <ac:chgData name="Anupam Thakur" userId="0e731ad07be98675" providerId="LiveId" clId="{39C9F95C-BECD-4573-9A90-F5B3904D7D5A}" dt="2026-10-17T07:22:10.183" v="768" actId="1076"/>
          <ac:spMkLst>
            <pc:docMk/>
            <pc:sldMk cId="357430405" sldId="288"/>
            <ac:spMk id="3" creationId="{7678C5BB-400C-A579-2F52-E206E4F03567}"/>
          </ac:spMkLst>
        </pc:spChg>
        <pc:spChg chg="mod">
          <ac:chgData name="Anupam Thakur" userId="0e731ad07be98675" providerId="LiveId" clId="{39C9F95C-BECD-4573-9A90-F5B3904D7D5A}" dt="2026-10-17T07:22:17.248" v="769" actId="1076"/>
          <ac:spMkLst>
            <pc:docMk/>
            <pc:sldMk cId="357430405" sldId="288"/>
            <ac:spMk id="6" creationId="{3908345B-F7A7-6F8B-4DE0-B6147EEC1FFE}"/>
          </ac:spMkLst>
        </pc:spChg>
      </pc:sldChg>
      <pc:sldChg chg="del">
        <pc:chgData name="Anupam Thakur" userId="0e731ad07be98675" providerId="LiveId" clId="{39C9F95C-BECD-4573-9A90-F5B3904D7D5A}" dt="2026-10-17T06:18:24.448" v="96" actId="47"/>
        <pc:sldMkLst>
          <pc:docMk/>
          <pc:sldMk cId="4098325354" sldId="298"/>
        </pc:sldMkLst>
      </pc:sldChg>
      <pc:sldChg chg="del">
        <pc:chgData name="Anupam Thakur" userId="0e731ad07be98675" providerId="LiveId" clId="{39C9F95C-BECD-4573-9A90-F5B3904D7D5A}" dt="2026-10-17T06:18:32.794" v="99" actId="47"/>
        <pc:sldMkLst>
          <pc:docMk/>
          <pc:sldMk cId="2018011883" sldId="301"/>
        </pc:sldMkLst>
      </pc:sldChg>
      <pc:sldChg chg="del">
        <pc:chgData name="Anupam Thakur" userId="0e731ad07be98675" providerId="LiveId" clId="{39C9F95C-BECD-4573-9A90-F5B3904D7D5A}" dt="2026-10-17T06:32:41.874" v="127" actId="47"/>
        <pc:sldMkLst>
          <pc:docMk/>
          <pc:sldMk cId="262445414" sldId="302"/>
        </pc:sldMkLst>
      </pc:sldChg>
      <pc:sldChg chg="del">
        <pc:chgData name="Anupam Thakur" userId="0e731ad07be98675" providerId="LiveId" clId="{39C9F95C-BECD-4573-9A90-F5B3904D7D5A}" dt="2026-10-17T07:14:59.771" v="709" actId="47"/>
        <pc:sldMkLst>
          <pc:docMk/>
          <pc:sldMk cId="3232356515" sldId="303"/>
        </pc:sldMkLst>
      </pc:sldChg>
      <pc:sldChg chg="del">
        <pc:chgData name="Anupam Thakur" userId="0e731ad07be98675" providerId="LiveId" clId="{39C9F95C-BECD-4573-9A90-F5B3904D7D5A}" dt="2026-10-17T06:18:29.930" v="98" actId="47"/>
        <pc:sldMkLst>
          <pc:docMk/>
          <pc:sldMk cId="4067922648" sldId="305"/>
        </pc:sldMkLst>
      </pc:sldChg>
      <pc:sldChg chg="del">
        <pc:chgData name="Anupam Thakur" userId="0e731ad07be98675" providerId="LiveId" clId="{39C9F95C-BECD-4573-9A90-F5B3904D7D5A}" dt="2026-10-17T06:18:33.412" v="100" actId="47"/>
        <pc:sldMkLst>
          <pc:docMk/>
          <pc:sldMk cId="1383718370" sldId="306"/>
        </pc:sldMkLst>
      </pc:sldChg>
      <pc:sldChg chg="del">
        <pc:chgData name="Anupam Thakur" userId="0e731ad07be98675" providerId="LiveId" clId="{39C9F95C-BECD-4573-9A90-F5B3904D7D5A}" dt="2026-10-17T06:32:43.007" v="128" actId="47"/>
        <pc:sldMkLst>
          <pc:docMk/>
          <pc:sldMk cId="2506853107" sldId="307"/>
        </pc:sldMkLst>
      </pc:sldChg>
      <pc:sldChg chg="del">
        <pc:chgData name="Anupam Thakur" userId="0e731ad07be98675" providerId="LiveId" clId="{39C9F95C-BECD-4573-9A90-F5B3904D7D5A}" dt="2026-10-17T07:14:57.661" v="708" actId="47"/>
        <pc:sldMkLst>
          <pc:docMk/>
          <pc:sldMk cId="1298839029" sldId="308"/>
        </pc:sldMkLst>
      </pc:sldChg>
      <pc:sldChg chg="addSp delSp modSp new mod">
        <pc:chgData name="Anupam Thakur" userId="0e731ad07be98675" providerId="LiveId" clId="{39C9F95C-BECD-4573-9A90-F5B3904D7D5A}" dt="2026-10-17T06:35:36.184" v="227" actId="1076"/>
        <pc:sldMkLst>
          <pc:docMk/>
          <pc:sldMk cId="3053564036" sldId="309"/>
        </pc:sldMkLst>
        <pc:spChg chg="mod">
          <ac:chgData name="Anupam Thakur" userId="0e731ad07be98675" providerId="LiveId" clId="{39C9F95C-BECD-4573-9A90-F5B3904D7D5A}" dt="2026-10-17T06:34:37.345" v="219" actId="20577"/>
          <ac:spMkLst>
            <pc:docMk/>
            <pc:sldMk cId="3053564036" sldId="309"/>
            <ac:spMk id="2" creationId="{DC4CAF17-D159-9080-A3AA-FEB4D4E00BAA}"/>
          </ac:spMkLst>
        </pc:spChg>
        <pc:spChg chg="del">
          <ac:chgData name="Anupam Thakur" userId="0e731ad07be98675" providerId="LiveId" clId="{39C9F95C-BECD-4573-9A90-F5B3904D7D5A}" dt="2026-10-17T06:34:27.962" v="201"/>
          <ac:spMkLst>
            <pc:docMk/>
            <pc:sldMk cId="3053564036" sldId="309"/>
            <ac:spMk id="3" creationId="{CD545D46-2073-3ECB-214B-4FED4BD4F4E4}"/>
          </ac:spMkLst>
        </pc:spChg>
        <pc:spChg chg="del">
          <ac:chgData name="Anupam Thakur" userId="0e731ad07be98675" providerId="LiveId" clId="{39C9F95C-BECD-4573-9A90-F5B3904D7D5A}" dt="2026-10-17T06:33:54.010" v="200" actId="478"/>
          <ac:spMkLst>
            <pc:docMk/>
            <pc:sldMk cId="3053564036" sldId="309"/>
            <ac:spMk id="4" creationId="{89B50864-2BEC-F2DA-08EF-CC4BB806A1F4}"/>
          </ac:spMkLst>
        </pc:spChg>
        <pc:graphicFrameChg chg="add mod modGraphic">
          <ac:chgData name="Anupam Thakur" userId="0e731ad07be98675" providerId="LiveId" clId="{39C9F95C-BECD-4573-9A90-F5B3904D7D5A}" dt="2026-10-17T06:35:36.184" v="227" actId="1076"/>
          <ac:graphicFrameMkLst>
            <pc:docMk/>
            <pc:sldMk cId="3053564036" sldId="309"/>
            <ac:graphicFrameMk id="5" creationId="{4D75CD49-7742-D33B-2AD1-107F1CE8256C}"/>
          </ac:graphicFrameMkLst>
        </pc:graphicFrameChg>
      </pc:sldChg>
      <pc:sldChg chg="addSp delSp modSp new mod">
        <pc:chgData name="Anupam Thakur" userId="0e731ad07be98675" providerId="LiveId" clId="{39C9F95C-BECD-4573-9A90-F5B3904D7D5A}" dt="2026-10-17T06:42:20.870" v="462" actId="313"/>
        <pc:sldMkLst>
          <pc:docMk/>
          <pc:sldMk cId="1130238519" sldId="310"/>
        </pc:sldMkLst>
        <pc:spChg chg="mod">
          <ac:chgData name="Anupam Thakur" userId="0e731ad07be98675" providerId="LiveId" clId="{39C9F95C-BECD-4573-9A90-F5B3904D7D5A}" dt="2026-10-17T06:36:12.318" v="237" actId="20577"/>
          <ac:spMkLst>
            <pc:docMk/>
            <pc:sldMk cId="1130238519" sldId="310"/>
            <ac:spMk id="2" creationId="{51BA1139-716A-5DCD-67DA-A42A41650F86}"/>
          </ac:spMkLst>
        </pc:spChg>
        <pc:spChg chg="del mod">
          <ac:chgData name="Anupam Thakur" userId="0e731ad07be98675" providerId="LiveId" clId="{39C9F95C-BECD-4573-9A90-F5B3904D7D5A}" dt="2026-10-17T06:41:58.105" v="459" actId="478"/>
          <ac:spMkLst>
            <pc:docMk/>
            <pc:sldMk cId="1130238519" sldId="310"/>
            <ac:spMk id="3" creationId="{08FCDEDD-062F-C3F4-9390-D0FA1A64537F}"/>
          </ac:spMkLst>
        </pc:spChg>
        <pc:spChg chg="del">
          <ac:chgData name="Anupam Thakur" userId="0e731ad07be98675" providerId="LiveId" clId="{39C9F95C-BECD-4573-9A90-F5B3904D7D5A}" dt="2026-10-17T06:37:27.016" v="255" actId="478"/>
          <ac:spMkLst>
            <pc:docMk/>
            <pc:sldMk cId="1130238519" sldId="310"/>
            <ac:spMk id="4" creationId="{0623E80C-0141-AE51-F285-D745A044CBA1}"/>
          </ac:spMkLst>
        </pc:spChg>
        <pc:graphicFrameChg chg="add del mod">
          <ac:chgData name="Anupam Thakur" userId="0e731ad07be98675" providerId="LiveId" clId="{39C9F95C-BECD-4573-9A90-F5B3904D7D5A}" dt="2026-10-17T06:38:20.665" v="258" actId="478"/>
          <ac:graphicFrameMkLst>
            <pc:docMk/>
            <pc:sldMk cId="1130238519" sldId="310"/>
            <ac:graphicFrameMk id="5" creationId="{E9387F65-54C6-4C0A-0AC7-7BF416A8C673}"/>
          </ac:graphicFrameMkLst>
        </pc:graphicFrameChg>
        <pc:graphicFrameChg chg="add mod modGraphic">
          <ac:chgData name="Anupam Thakur" userId="0e731ad07be98675" providerId="LiveId" clId="{39C9F95C-BECD-4573-9A90-F5B3904D7D5A}" dt="2026-10-17T06:42:20.870" v="462" actId="313"/>
          <ac:graphicFrameMkLst>
            <pc:docMk/>
            <pc:sldMk cId="1130238519" sldId="310"/>
            <ac:graphicFrameMk id="6" creationId="{DE83B7C3-3AC9-427F-670B-4A4E4E86FECE}"/>
          </ac:graphicFrameMkLst>
        </pc:graphicFrameChg>
      </pc:sldChg>
      <pc:sldChg chg="addSp delSp modSp new mod ord">
        <pc:chgData name="Anupam Thakur" userId="0e731ad07be98675" providerId="LiveId" clId="{39C9F95C-BECD-4573-9A90-F5B3904D7D5A}" dt="2026-10-17T06:49:26.934" v="559" actId="20577"/>
        <pc:sldMkLst>
          <pc:docMk/>
          <pc:sldMk cId="1937221530" sldId="311"/>
        </pc:sldMkLst>
        <pc:spChg chg="mod">
          <ac:chgData name="Anupam Thakur" userId="0e731ad07be98675" providerId="LiveId" clId="{39C9F95C-BECD-4573-9A90-F5B3904D7D5A}" dt="2026-10-17T06:44:03.451" v="528" actId="20577"/>
          <ac:spMkLst>
            <pc:docMk/>
            <pc:sldMk cId="1937221530" sldId="311"/>
            <ac:spMk id="2" creationId="{7711386B-423D-8011-FEDF-6E584F818890}"/>
          </ac:spMkLst>
        </pc:spChg>
        <pc:spChg chg="mod">
          <ac:chgData name="Anupam Thakur" userId="0e731ad07be98675" providerId="LiveId" clId="{39C9F95C-BECD-4573-9A90-F5B3904D7D5A}" dt="2026-10-17T06:49:26.934" v="559" actId="20577"/>
          <ac:spMkLst>
            <pc:docMk/>
            <pc:sldMk cId="1937221530" sldId="311"/>
            <ac:spMk id="3" creationId="{0C280062-B008-2445-F8E7-7221F72D7446}"/>
          </ac:spMkLst>
        </pc:spChg>
        <pc:spChg chg="del">
          <ac:chgData name="Anupam Thakur" userId="0e731ad07be98675" providerId="LiveId" clId="{39C9F95C-BECD-4573-9A90-F5B3904D7D5A}" dt="2026-10-17T06:44:41.990" v="536" actId="478"/>
          <ac:spMkLst>
            <pc:docMk/>
            <pc:sldMk cId="1937221530" sldId="311"/>
            <ac:spMk id="4" creationId="{F1913C52-C086-B651-E12D-4C1F5F4C6C7A}"/>
          </ac:spMkLst>
        </pc:spChg>
        <pc:picChg chg="add mod ord modCrop">
          <ac:chgData name="Anupam Thakur" userId="0e731ad07be98675" providerId="LiveId" clId="{39C9F95C-BECD-4573-9A90-F5B3904D7D5A}" dt="2026-10-17T06:49:21.890" v="558" actId="1076"/>
          <ac:picMkLst>
            <pc:docMk/>
            <pc:sldMk cId="1937221530" sldId="311"/>
            <ac:picMk id="6" creationId="{9A4AB314-DB18-785F-FD2F-742C1756BF2E}"/>
          </ac:picMkLst>
        </pc:picChg>
      </pc:sldChg>
      <pc:sldChg chg="addSp delSp modSp new mod">
        <pc:chgData name="Anupam Thakur" userId="0e731ad07be98675" providerId="LiveId" clId="{39C9F95C-BECD-4573-9A90-F5B3904D7D5A}" dt="2026-10-17T06:58:10.177" v="648" actId="14100"/>
        <pc:sldMkLst>
          <pc:docMk/>
          <pc:sldMk cId="1025861760" sldId="312"/>
        </pc:sldMkLst>
        <pc:spChg chg="mod">
          <ac:chgData name="Anupam Thakur" userId="0e731ad07be98675" providerId="LiveId" clId="{39C9F95C-BECD-4573-9A90-F5B3904D7D5A}" dt="2026-10-17T06:54:53.358" v="599" actId="1076"/>
          <ac:spMkLst>
            <pc:docMk/>
            <pc:sldMk cId="1025861760" sldId="312"/>
            <ac:spMk id="2" creationId="{96B45E20-5D16-A5BE-142A-6018369E1FFF}"/>
          </ac:spMkLst>
        </pc:spChg>
        <pc:spChg chg="del mod">
          <ac:chgData name="Anupam Thakur" userId="0e731ad07be98675" providerId="LiveId" clId="{39C9F95C-BECD-4573-9A90-F5B3904D7D5A}" dt="2026-10-17T06:57:48.087" v="645"/>
          <ac:spMkLst>
            <pc:docMk/>
            <pc:sldMk cId="1025861760" sldId="312"/>
            <ac:spMk id="3" creationId="{4D2103E8-5C29-2C05-D483-5326E669233F}"/>
          </ac:spMkLst>
        </pc:spChg>
        <pc:spChg chg="del">
          <ac:chgData name="Anupam Thakur" userId="0e731ad07be98675" providerId="LiveId" clId="{39C9F95C-BECD-4573-9A90-F5B3904D7D5A}" dt="2026-10-17T06:52:10.139" v="570" actId="478"/>
          <ac:spMkLst>
            <pc:docMk/>
            <pc:sldMk cId="1025861760" sldId="312"/>
            <ac:spMk id="4" creationId="{21674FF4-034E-D737-ACF3-4EDCEF71DEEE}"/>
          </ac:spMkLst>
        </pc:spChg>
        <pc:picChg chg="add mod modCrop">
          <ac:chgData name="Anupam Thakur" userId="0e731ad07be98675" providerId="LiveId" clId="{39C9F95C-BECD-4573-9A90-F5B3904D7D5A}" dt="2026-10-17T06:58:10.177" v="648" actId="14100"/>
          <ac:picMkLst>
            <pc:docMk/>
            <pc:sldMk cId="1025861760" sldId="312"/>
            <ac:picMk id="5" creationId="{92F3635E-342D-3223-5773-7F75A5CDDE3B}"/>
          </ac:picMkLst>
        </pc:picChg>
      </pc:sldChg>
      <pc:sldChg chg="delSp modSp new del mod">
        <pc:chgData name="Anupam Thakur" userId="0e731ad07be98675" providerId="LiveId" clId="{39C9F95C-BECD-4573-9A90-F5B3904D7D5A}" dt="2026-10-17T06:57:36.884" v="644" actId="47"/>
        <pc:sldMkLst>
          <pc:docMk/>
          <pc:sldMk cId="2513744111" sldId="313"/>
        </pc:sldMkLst>
        <pc:spChg chg="del">
          <ac:chgData name="Anupam Thakur" userId="0e731ad07be98675" providerId="LiveId" clId="{39C9F95C-BECD-4573-9A90-F5B3904D7D5A}" dt="2026-10-17T06:53:19.767" v="586" actId="478"/>
          <ac:spMkLst>
            <pc:docMk/>
            <pc:sldMk cId="2513744111" sldId="313"/>
            <ac:spMk id="2" creationId="{B5C5F803-E412-E077-968B-813A4FB7D8E4}"/>
          </ac:spMkLst>
        </pc:spChg>
        <pc:spChg chg="mod">
          <ac:chgData name="Anupam Thakur" userId="0e731ad07be98675" providerId="LiveId" clId="{39C9F95C-BECD-4573-9A90-F5B3904D7D5A}" dt="2026-10-17T06:53:59.482" v="594" actId="15"/>
          <ac:spMkLst>
            <pc:docMk/>
            <pc:sldMk cId="2513744111" sldId="313"/>
            <ac:spMk id="3" creationId="{6EBBC644-12E3-0F16-5278-1215BB0A75D3}"/>
          </ac:spMkLst>
        </pc:spChg>
        <pc:spChg chg="del">
          <ac:chgData name="Anupam Thakur" userId="0e731ad07be98675" providerId="LiveId" clId="{39C9F95C-BECD-4573-9A90-F5B3904D7D5A}" dt="2026-10-17T06:54:03.428" v="595" actId="478"/>
          <ac:spMkLst>
            <pc:docMk/>
            <pc:sldMk cId="2513744111" sldId="313"/>
            <ac:spMk id="4" creationId="{E78FCDA2-93EE-F003-9D96-B9B217C280AA}"/>
          </ac:spMkLst>
        </pc:spChg>
      </pc:sldChg>
      <pc:sldChg chg="addSp delSp modSp new mod ord">
        <pc:chgData name="Anupam Thakur" userId="0e731ad07be98675" providerId="LiveId" clId="{39C9F95C-BECD-4573-9A90-F5B3904D7D5A}" dt="2026-10-17T06:57:27.216" v="642"/>
        <pc:sldMkLst>
          <pc:docMk/>
          <pc:sldMk cId="4148786343" sldId="314"/>
        </pc:sldMkLst>
        <pc:spChg chg="mod">
          <ac:chgData name="Anupam Thakur" userId="0e731ad07be98675" providerId="LiveId" clId="{39C9F95C-BECD-4573-9A90-F5B3904D7D5A}" dt="2026-10-17T06:55:38.271" v="602"/>
          <ac:spMkLst>
            <pc:docMk/>
            <pc:sldMk cId="4148786343" sldId="314"/>
            <ac:spMk id="2" creationId="{DE0580C5-4EC2-5F12-48F4-B9521CB01351}"/>
          </ac:spMkLst>
        </pc:spChg>
        <pc:spChg chg="mod">
          <ac:chgData name="Anupam Thakur" userId="0e731ad07be98675" providerId="LiveId" clId="{39C9F95C-BECD-4573-9A90-F5B3904D7D5A}" dt="2026-10-17T06:57:18.120" v="639" actId="1076"/>
          <ac:spMkLst>
            <pc:docMk/>
            <pc:sldMk cId="4148786343" sldId="314"/>
            <ac:spMk id="3" creationId="{62A4B319-B97E-1F0C-8EE0-40913646693F}"/>
          </ac:spMkLst>
        </pc:spChg>
        <pc:spChg chg="mod">
          <ac:chgData name="Anupam Thakur" userId="0e731ad07be98675" providerId="LiveId" clId="{39C9F95C-BECD-4573-9A90-F5B3904D7D5A}" dt="2026-10-17T06:57:20.920" v="640" actId="1076"/>
          <ac:spMkLst>
            <pc:docMk/>
            <pc:sldMk cId="4148786343" sldId="314"/>
            <ac:spMk id="4" creationId="{D0740671-8D1C-B173-9406-C1131BEFD083}"/>
          </ac:spMkLst>
        </pc:spChg>
        <pc:spChg chg="del">
          <ac:chgData name="Anupam Thakur" userId="0e731ad07be98675" providerId="LiveId" clId="{39C9F95C-BECD-4573-9A90-F5B3904D7D5A}" dt="2026-10-17T06:56:17.543" v="605" actId="478"/>
          <ac:spMkLst>
            <pc:docMk/>
            <pc:sldMk cId="4148786343" sldId="314"/>
            <ac:spMk id="5" creationId="{E54AB8C7-E213-D3AE-268F-D61EFC437A67}"/>
          </ac:spMkLst>
        </pc:spChg>
        <pc:spChg chg="add mod">
          <ac:chgData name="Anupam Thakur" userId="0e731ad07be98675" providerId="LiveId" clId="{39C9F95C-BECD-4573-9A90-F5B3904D7D5A}" dt="2026-10-17T06:57:09.063" v="637" actId="1076"/>
          <ac:spMkLst>
            <pc:docMk/>
            <pc:sldMk cId="4148786343" sldId="314"/>
            <ac:spMk id="6" creationId="{A61C02E8-D261-A5D6-7F08-09BB50274009}"/>
          </ac:spMkLst>
        </pc:spChg>
      </pc:sldChg>
      <pc:sldChg chg="delSp modSp new mod">
        <pc:chgData name="Anupam Thakur" userId="0e731ad07be98675" providerId="LiveId" clId="{39C9F95C-BECD-4573-9A90-F5B3904D7D5A}" dt="2026-10-17T07:13:47.496" v="698" actId="255"/>
        <pc:sldMkLst>
          <pc:docMk/>
          <pc:sldMk cId="3827604151" sldId="315"/>
        </pc:sldMkLst>
        <pc:spChg chg="mod">
          <ac:chgData name="Anupam Thakur" userId="0e731ad07be98675" providerId="LiveId" clId="{39C9F95C-BECD-4573-9A90-F5B3904D7D5A}" dt="2026-10-17T07:13:20.020" v="693" actId="1076"/>
          <ac:spMkLst>
            <pc:docMk/>
            <pc:sldMk cId="3827604151" sldId="315"/>
            <ac:spMk id="2" creationId="{E95E599B-A72E-79A3-9A3F-CB049D8DEB8C}"/>
          </ac:spMkLst>
        </pc:spChg>
        <pc:spChg chg="mod">
          <ac:chgData name="Anupam Thakur" userId="0e731ad07be98675" providerId="LiveId" clId="{39C9F95C-BECD-4573-9A90-F5B3904D7D5A}" dt="2026-10-17T07:13:47.496" v="698" actId="255"/>
          <ac:spMkLst>
            <pc:docMk/>
            <pc:sldMk cId="3827604151" sldId="315"/>
            <ac:spMk id="3" creationId="{C9296380-4193-51CE-8B32-41DDEE7F8D57}"/>
          </ac:spMkLst>
        </pc:spChg>
        <pc:spChg chg="del">
          <ac:chgData name="Anupam Thakur" userId="0e731ad07be98675" providerId="LiveId" clId="{39C9F95C-BECD-4573-9A90-F5B3904D7D5A}" dt="2026-10-17T07:11:43.339" v="683" actId="478"/>
          <ac:spMkLst>
            <pc:docMk/>
            <pc:sldMk cId="3827604151" sldId="315"/>
            <ac:spMk id="4" creationId="{C0C03E5A-3528-FB5C-49A7-FF089DB207F8}"/>
          </ac:spMkLst>
        </pc:spChg>
      </pc:sldChg>
      <pc:sldChg chg="addSp delSp modSp new mod">
        <pc:chgData name="Anupam Thakur" userId="0e731ad07be98675" providerId="LiveId" clId="{39C9F95C-BECD-4573-9A90-F5B3904D7D5A}" dt="2026-10-17T07:14:41.134" v="707" actId="14100"/>
        <pc:sldMkLst>
          <pc:docMk/>
          <pc:sldMk cId="1003030874" sldId="316"/>
        </pc:sldMkLst>
        <pc:spChg chg="mod">
          <ac:chgData name="Anupam Thakur" userId="0e731ad07be98675" providerId="LiveId" clId="{39C9F95C-BECD-4573-9A90-F5B3904D7D5A}" dt="2026-10-17T07:14:05.526" v="700"/>
          <ac:spMkLst>
            <pc:docMk/>
            <pc:sldMk cId="1003030874" sldId="316"/>
            <ac:spMk id="2" creationId="{EF67583E-A454-EB81-E3EB-F3339D446EEC}"/>
          </ac:spMkLst>
        </pc:spChg>
        <pc:spChg chg="del">
          <ac:chgData name="Anupam Thakur" userId="0e731ad07be98675" providerId="LiveId" clId="{39C9F95C-BECD-4573-9A90-F5B3904D7D5A}" dt="2026-10-17T07:14:17.048" v="703"/>
          <ac:spMkLst>
            <pc:docMk/>
            <pc:sldMk cId="1003030874" sldId="316"/>
            <ac:spMk id="3" creationId="{449B423C-233E-2760-98E2-C8268DC2DD05}"/>
          </ac:spMkLst>
        </pc:spChg>
        <pc:spChg chg="del">
          <ac:chgData name="Anupam Thakur" userId="0e731ad07be98675" providerId="LiveId" clId="{39C9F95C-BECD-4573-9A90-F5B3904D7D5A}" dt="2026-10-17T07:14:09.510" v="701" actId="478"/>
          <ac:spMkLst>
            <pc:docMk/>
            <pc:sldMk cId="1003030874" sldId="316"/>
            <ac:spMk id="4" creationId="{B5AC38FA-99C0-A194-8B14-D83AF1517989}"/>
          </ac:spMkLst>
        </pc:spChg>
        <pc:picChg chg="add mod ord modCrop">
          <ac:chgData name="Anupam Thakur" userId="0e731ad07be98675" providerId="LiveId" clId="{39C9F95C-BECD-4573-9A90-F5B3904D7D5A}" dt="2026-10-17T07:14:41.134" v="707" actId="14100"/>
          <ac:picMkLst>
            <pc:docMk/>
            <pc:sldMk cId="1003030874" sldId="316"/>
            <ac:picMk id="6" creationId="{C8B430E4-BECF-7B57-C8A0-A0231CF745A9}"/>
          </ac:picMkLst>
        </pc:picChg>
      </pc:sldChg>
      <pc:sldChg chg="addSp delSp modSp new mod">
        <pc:chgData name="Anupam Thakur" userId="0e731ad07be98675" providerId="LiveId" clId="{39C9F95C-BECD-4573-9A90-F5B3904D7D5A}" dt="2026-10-17T07:17:11.937" v="720" actId="14100"/>
        <pc:sldMkLst>
          <pc:docMk/>
          <pc:sldMk cId="3355894209" sldId="317"/>
        </pc:sldMkLst>
        <pc:spChg chg="mod">
          <ac:chgData name="Anupam Thakur" userId="0e731ad07be98675" providerId="LiveId" clId="{39C9F95C-BECD-4573-9A90-F5B3904D7D5A}" dt="2026-10-17T07:16:00.874" v="713" actId="113"/>
          <ac:spMkLst>
            <pc:docMk/>
            <pc:sldMk cId="3355894209" sldId="317"/>
            <ac:spMk id="2" creationId="{3BC69A66-C0B7-6B68-F8DD-F956B56766F1}"/>
          </ac:spMkLst>
        </pc:spChg>
        <pc:spChg chg="del">
          <ac:chgData name="Anupam Thakur" userId="0e731ad07be98675" providerId="LiveId" clId="{39C9F95C-BECD-4573-9A90-F5B3904D7D5A}" dt="2026-10-17T07:16:38.003" v="714"/>
          <ac:spMkLst>
            <pc:docMk/>
            <pc:sldMk cId="3355894209" sldId="317"/>
            <ac:spMk id="3" creationId="{2687A769-8D87-80AE-1B59-D34B99D54BD2}"/>
          </ac:spMkLst>
        </pc:spChg>
        <pc:spChg chg="del">
          <ac:chgData name="Anupam Thakur" userId="0e731ad07be98675" providerId="LiveId" clId="{39C9F95C-BECD-4573-9A90-F5B3904D7D5A}" dt="2026-10-17T07:17:04.822" v="718" actId="478"/>
          <ac:spMkLst>
            <pc:docMk/>
            <pc:sldMk cId="3355894209" sldId="317"/>
            <ac:spMk id="4" creationId="{251B391B-B5FF-CE25-E152-833D0042F7F8}"/>
          </ac:spMkLst>
        </pc:spChg>
        <pc:picChg chg="add mod modCrop">
          <ac:chgData name="Anupam Thakur" userId="0e731ad07be98675" providerId="LiveId" clId="{39C9F95C-BECD-4573-9A90-F5B3904D7D5A}" dt="2026-10-17T07:17:11.937" v="720" actId="14100"/>
          <ac:picMkLst>
            <pc:docMk/>
            <pc:sldMk cId="3355894209" sldId="317"/>
            <ac:picMk id="5" creationId="{FD73ECB7-4BE6-2C89-847A-49484DD1843B}"/>
          </ac:picMkLst>
        </pc:picChg>
      </pc:sldChg>
      <pc:sldChg chg="addSp delSp modSp new mod">
        <pc:chgData name="Anupam Thakur" userId="0e731ad07be98675" providerId="LiveId" clId="{39C9F95C-BECD-4573-9A90-F5B3904D7D5A}" dt="2026-10-17T07:19:23.188" v="732" actId="14100"/>
        <pc:sldMkLst>
          <pc:docMk/>
          <pc:sldMk cId="1191950261" sldId="318"/>
        </pc:sldMkLst>
        <pc:spChg chg="mod">
          <ac:chgData name="Anupam Thakur" userId="0e731ad07be98675" providerId="LiveId" clId="{39C9F95C-BECD-4573-9A90-F5B3904D7D5A}" dt="2026-10-17T07:18:04.744" v="725" actId="27636"/>
          <ac:spMkLst>
            <pc:docMk/>
            <pc:sldMk cId="1191950261" sldId="318"/>
            <ac:spMk id="2" creationId="{8B91F73E-20B1-8895-976C-C350B525FD20}"/>
          </ac:spMkLst>
        </pc:spChg>
        <pc:spChg chg="del">
          <ac:chgData name="Anupam Thakur" userId="0e731ad07be98675" providerId="LiveId" clId="{39C9F95C-BECD-4573-9A90-F5B3904D7D5A}" dt="2026-10-17T07:18:57.346" v="726"/>
          <ac:spMkLst>
            <pc:docMk/>
            <pc:sldMk cId="1191950261" sldId="318"/>
            <ac:spMk id="3" creationId="{2E430E3C-F243-E4B0-BCDA-10798494FB2D}"/>
          </ac:spMkLst>
        </pc:spChg>
        <pc:spChg chg="del">
          <ac:chgData name="Anupam Thakur" userId="0e731ad07be98675" providerId="LiveId" clId="{39C9F95C-BECD-4573-9A90-F5B3904D7D5A}" dt="2026-10-17T07:19:19.407" v="731" actId="478"/>
          <ac:spMkLst>
            <pc:docMk/>
            <pc:sldMk cId="1191950261" sldId="318"/>
            <ac:spMk id="4" creationId="{E111F1AB-A21E-28E8-E8E1-51707F9C04A4}"/>
          </ac:spMkLst>
        </pc:spChg>
        <pc:graphicFrameChg chg="add mod modGraphic">
          <ac:chgData name="Anupam Thakur" userId="0e731ad07be98675" providerId="LiveId" clId="{39C9F95C-BECD-4573-9A90-F5B3904D7D5A}" dt="2026-10-17T07:19:23.188" v="732" actId="14100"/>
          <ac:graphicFrameMkLst>
            <pc:docMk/>
            <pc:sldMk cId="1191950261" sldId="318"/>
            <ac:graphicFrameMk id="5" creationId="{8A9DA1A3-3485-E708-EB42-6C90CD6A8970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FAE8E8-D805-C442-2E9C-712F7B1A3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36133-C247-1127-51B4-879CC9F65E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FA085-388D-4E26-82BC-7AD8761CF3DF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025D-CB3B-5B50-07C8-742D090FE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DBF1D-ADD4-6121-434C-B09F5E5BD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0F23E-93F4-414E-A8AE-F6E6F45856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1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219949"/>
      </p:ext>
    </p:extLst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B81F6-36B7-1CB0-7C62-9B958E6B5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E53F6-FA5A-A966-21C1-B0E5C2071A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645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8048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/>
        </p:nvSpPr>
        <p:spPr>
          <a:xfrm>
            <a:off x="228600" y="1714320"/>
            <a:ext cx="8856000" cy="106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3200" b="1" i="0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B.Tech</a:t>
            </a:r>
            <a:r>
              <a:rPr lang="en-US" sz="3200" b="1" i="0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Project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Evaluation - 2</a:t>
            </a:r>
            <a:endParaRPr lang="en-US" sz="3200" b="1" i="0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/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NYAYSETU: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 AI-ASSISTED LEGAL SUGGESTION SYSTEM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42960" y="5357880"/>
            <a:ext cx="8077680" cy="10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SCHOOL OF ENGINEERING AND TECHNOLOGY 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Times New Roman"/>
                <a:ea typeface="Times New Roman"/>
                <a:cs typeface="Times New Roman"/>
                <a:sym typeface="Times New Roman"/>
              </a:rPr>
              <a:t>October 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714600" y="3575896"/>
            <a:ext cx="5073080" cy="173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Presented by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Anupam Kumar Singh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 (2023305089)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Akshay Pratap Singh (2023409091)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Prince Kumar (2023284684)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5004619" y="3786120"/>
            <a:ext cx="3424781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of:-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5004619" y="4174114"/>
            <a:ext cx="3811534" cy="53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Prof. (Dr.)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Velayudham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T Sans"/>
              </a:rPr>
              <a:t>Sathiyasuntharam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PT Sans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PT Sans"/>
              </a:rPr>
              <a:t>Professor, CSE</a:t>
            </a:r>
            <a:endParaRPr lang="en-US" sz="16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"/>
          <p:cNvPicPr preferRelativeResize="0"/>
          <p:nvPr/>
        </p:nvPicPr>
        <p:blipFill rotWithShape="1">
          <a:blip r:embed="rId3">
            <a:alphaModFix/>
          </a:blip>
          <a:srcRect l="35533"/>
          <a:stretch/>
        </p:blipFill>
        <p:spPr>
          <a:xfrm>
            <a:off x="2661312" y="0"/>
            <a:ext cx="3935829" cy="171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from guide for the evaluation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5254A-D775-C5A6-8069-2D468B86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9265"/>
            <a:ext cx="9144000" cy="467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9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of the Presentation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492045"/>
            <a:ext cx="8229600" cy="4849761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Non - Functional Requirements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Model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– Use Case Diagram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 &amp; Technology Stack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0F195A-E943-727B-1818-BBBA58AD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the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CE3D7-35BA-7D09-1DF4-F9DFE6ECB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legal information can be difficult because of limited legal awareness, economic constraints, geographical barriers, and complex legal procedures.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describe their legal problems in ordinary language rather than formal legal terminology.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interpret natural-language legal concerns, identify relevant legal categories, and provide preliminary informational guidance.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aims to facilitate connection with appropriate legal professionals while maintaining clear ethical boundaries and avoiding the presentation of AI output as legal advice.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84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9366-EA92-FB22-36EB-381343EA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58C3CB-567C-7D19-CEF2-EBD4BC48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Project Objectives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819DA-A9CE-FB41-5172-F952678D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AI-assisted system that can understand users' legal concerns expressed in natural language and identify relevant legal categories.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preliminary and understandable legal-information guidance based on the identified category while maintaining appropriate disclaimers and ethical boundaries.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access to legal professionals by connecting users with lawyers according to relevant profiles and specializations.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19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F03A-A2DD-8541-1972-EBEF9CA2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39D893-A19D-5405-6688-B31F6324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623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Survey (1/2)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5995-3A27-0BC0-4E6D-A725169E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B8D86A8-6EA7-3C5B-35BA-6487689FFE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519194"/>
              </p:ext>
            </p:extLst>
          </p:nvPr>
        </p:nvGraphicFramePr>
        <p:xfrm>
          <a:off x="304801" y="1288026"/>
          <a:ext cx="8632721" cy="512000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1551">
                  <a:extLst>
                    <a:ext uri="{9D8B030D-6E8A-4147-A177-3AD203B41FA5}">
                      <a16:colId xmlns:a16="http://schemas.microsoft.com/office/drawing/2014/main" val="1210854827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59094260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995373658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4243967360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106760669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4010928804"/>
                    </a:ext>
                  </a:extLst>
                </a:gridCol>
                <a:gridCol w="1225195">
                  <a:extLst>
                    <a:ext uri="{9D8B030D-6E8A-4147-A177-3AD203B41FA5}">
                      <a16:colId xmlns:a16="http://schemas.microsoft.com/office/drawing/2014/main" val="3261721481"/>
                    </a:ext>
                  </a:extLst>
                </a:gridCol>
              </a:tblGrid>
              <a:tr h="509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Paper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Author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Year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Problem Addressed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Method Used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Key Contribution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Limitation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55851549"/>
                  </a:ext>
                </a:extLst>
              </a:tr>
              <a:tr h="96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Text Classification: A Survey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Fabrizio Sebastiani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2002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Automatic text categorization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Machine learning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Established foundations for text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Traditional ML limitations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088883947"/>
                  </a:ext>
                </a:extLst>
              </a:tr>
              <a:tr h="1120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BERT: Pre-training of Deep Bidirectional Transformers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Devlin et al.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2019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Language understanding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Transformer-based pretraining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Improved contextual language representation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Computational requirements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875329992"/>
                  </a:ext>
                </a:extLst>
              </a:tr>
              <a:tr h="96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Legal-BERT: The Muppets straight out of Law School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Chalkidis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2020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Legal-domain language understanding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Domain-specific BERT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Improved legal NLP representation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Domain and data dependency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483330817"/>
                  </a:ext>
                </a:extLst>
              </a:tr>
              <a:tr h="66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Speech and Language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Jurafsky &amp; Martin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2024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and language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Statistical and neural NLP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Comprehensive NLP foundations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Broad scope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324891202"/>
                  </a:ext>
                </a:extLst>
              </a:tr>
              <a:tr h="815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Natural Language Toolkit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Bird, Klein &amp; Loper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2009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processing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Python NLP tools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Practical NLP processing framework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General-purpose NLP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4087996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36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1DD0-E44F-6041-8680-E6400B1E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C887CB-4E22-5F89-3C7A-DFFF95E8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674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Literature Survey (2/2)</a:t>
            </a:r>
            <a:endParaRPr lang="en-IN" sz="4000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52506AF-1468-F852-8113-D0689CC7C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5028410"/>
              </p:ext>
            </p:extLst>
          </p:nvPr>
        </p:nvGraphicFramePr>
        <p:xfrm>
          <a:off x="221227" y="1248696"/>
          <a:ext cx="8701546" cy="52637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43078">
                  <a:extLst>
                    <a:ext uri="{9D8B030D-6E8A-4147-A177-3AD203B41FA5}">
                      <a16:colId xmlns:a16="http://schemas.microsoft.com/office/drawing/2014/main" val="1924056969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223803919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314643521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4097681816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3144470328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2937592841"/>
                    </a:ext>
                  </a:extLst>
                </a:gridCol>
                <a:gridCol w="1243078">
                  <a:extLst>
                    <a:ext uri="{9D8B030D-6E8A-4147-A177-3AD203B41FA5}">
                      <a16:colId xmlns:a16="http://schemas.microsoft.com/office/drawing/2014/main" val="649339185"/>
                    </a:ext>
                  </a:extLst>
                </a:gridCol>
              </a:tblGrid>
              <a:tr h="459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Paper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Author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Year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Problem Addressed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Method Used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Key Contribution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Limitation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82287159"/>
                  </a:ext>
                </a:extLst>
              </a:tr>
              <a:tr h="87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A Survey of Legal Text Classification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Legal NLP researchers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—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Classification of legal documents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ML and NLP techniques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Demonstrates applicability of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Domain-specific datasets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363322166"/>
                  </a:ext>
                </a:extLst>
              </a:tr>
              <a:tr h="87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Attention Is All You Need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Vaswani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2017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Sequence modelling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Transformer architecture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Introduced Transformer architecture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High computational requirements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3156052496"/>
                  </a:ext>
                </a:extLst>
              </a:tr>
              <a:tr h="1293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Word2Vec: Efficient Estimation of Word Representations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Mikolov et al.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2013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Word representation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Word embeddings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Distributed semantic representations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Limited contextual understanding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59197216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 Text Processing and Classification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Various researchers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—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Legal document analysis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NLP and ML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Supports automated legal text analysis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Data quality challenges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2830614120"/>
                  </a:ext>
                </a:extLst>
              </a:tr>
              <a:tr h="733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Conversational AI Systems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Various researchers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—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Natural-language interaction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Retrieval and generative approaches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/>
                        <a:t>Enables conversational assistance</a:t>
                      </a:r>
                      <a:endParaRPr lang="en-IN"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/>
                        <a:t>Accuracy and trust concerns</a:t>
                      </a:r>
                      <a:endParaRPr lang="en-IN" sz="14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17" marR="45717" marT="22858" marB="22858" anchor="ctr"/>
                </a:tc>
                <a:extLst>
                  <a:ext uri="{0D108BD9-81ED-4DB2-BD59-A6C34878D82A}">
                    <a16:rowId xmlns:a16="http://schemas.microsoft.com/office/drawing/2014/main" val="150237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8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FD81A-345D-F042-F0C1-EB4FBB17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324AEB-31C0-4509-363E-CEF6C515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Research Gap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FF6B6-F7F3-9B61-ADDE-862F006E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Legal Assistance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Existing approaches often focus separately on legal text classification, conversational systems, or lawyer consultation rather than integrating these components into one accessible workflow.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General legal-information systems may not sufficiently consider the user's specific concern or relevant legal category.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Challenges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Legal information can remain difficult to understand for users without formal legal knowledge.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and Trust Concerns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AI-assisted legal systems require clear boundaries, privacy considerations, disclaimers, and appropriate human professional involvement.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9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AF17-D159-9080-A3AA-FEB4D4E0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Functional  Requirements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75CD49-7742-D33B-2AD1-107F1CE82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282233"/>
              </p:ext>
            </p:extLst>
          </p:nvPr>
        </p:nvGraphicFramePr>
        <p:xfrm>
          <a:off x="582561" y="1417638"/>
          <a:ext cx="7978878" cy="49536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89439">
                  <a:extLst>
                    <a:ext uri="{9D8B030D-6E8A-4147-A177-3AD203B41FA5}">
                      <a16:colId xmlns:a16="http://schemas.microsoft.com/office/drawing/2014/main" val="1053574639"/>
                    </a:ext>
                  </a:extLst>
                </a:gridCol>
                <a:gridCol w="3989439">
                  <a:extLst>
                    <a:ext uri="{9D8B030D-6E8A-4147-A177-3AD203B41FA5}">
                      <a16:colId xmlns:a16="http://schemas.microsoft.com/office/drawing/2014/main" val="851127706"/>
                    </a:ext>
                  </a:extLst>
                </a:gridCol>
              </a:tblGrid>
              <a:tr h="33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Requirement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Description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191471263"/>
                  </a:ext>
                </a:extLst>
              </a:tr>
              <a:tr h="839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User authentication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Register, log in and maintain authenticated sessions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3720821184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Role-based access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Separate access for CLIENT, LAWYER and ADMIN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182127046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Lawyer profile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Maintain lawyer-related profile information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857717843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Legal-query submission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Allow users to describe legal concerns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828012704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Legal classification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Identify relevant legal categories (Planned)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52172505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Informational guidance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Present preliminary information (Planned)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73210668"/>
                  </a:ext>
                </a:extLst>
              </a:tr>
              <a:tr h="839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Lawyer referral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Help users find suitable legal professionals (Planned)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521078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56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1139-716A-5DCD-67DA-A42A4165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Non - Functional  Requirements</a:t>
            </a:r>
            <a:endParaRPr lang="en-IN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E83B7C3-3AC9-427F-670B-4A4E4E86FE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056671"/>
              </p:ext>
            </p:extLst>
          </p:nvPr>
        </p:nvGraphicFramePr>
        <p:xfrm>
          <a:off x="587476" y="1417638"/>
          <a:ext cx="8099323" cy="49536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44665">
                  <a:extLst>
                    <a:ext uri="{9D8B030D-6E8A-4147-A177-3AD203B41FA5}">
                      <a16:colId xmlns:a16="http://schemas.microsoft.com/office/drawing/2014/main" val="1053574639"/>
                    </a:ext>
                  </a:extLst>
                </a:gridCol>
                <a:gridCol w="4054658">
                  <a:extLst>
                    <a:ext uri="{9D8B030D-6E8A-4147-A177-3AD203B41FA5}">
                      <a16:colId xmlns:a16="http://schemas.microsoft.com/office/drawing/2014/main" val="851127706"/>
                    </a:ext>
                  </a:extLst>
                </a:gridCol>
              </a:tblGrid>
              <a:tr h="33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Requirement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Description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191471263"/>
                  </a:ext>
                </a:extLst>
              </a:tr>
              <a:tr h="839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Security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Password hashing, authentication and role-based authorization.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3720821184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Privacy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Protect sensitive user information.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182127046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Usability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Simple, accessible interface.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857717843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Maintainability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Modular frontend and backend.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828012704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Reliability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Consistent request handling and error management.</a:t>
                      </a:r>
                      <a:endParaRPr lang="en-IN" sz="1500" dirty="0"/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52172505"/>
                  </a:ext>
                </a:extLst>
              </a:tr>
              <a:tr h="587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Scalability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Support future integration of AI and legal-information components.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73210668"/>
                  </a:ext>
                </a:extLst>
              </a:tr>
              <a:tr h="839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Lawyer referral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Help users find suitable legal professionals (Planned)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521078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238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4AB314-DB18-785F-FD2F-742C1756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46" b="15920"/>
          <a:stretch>
            <a:fillRect/>
          </a:stretch>
        </p:blipFill>
        <p:spPr>
          <a:xfrm>
            <a:off x="0" y="1516625"/>
            <a:ext cx="9144000" cy="3824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1386B-423D-8011-FEDF-6E584F81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SDLC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80062-B008-2445-F8E7-7221F72D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Iterative and Incremental Development Model: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22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80C5-4EC2-5F12-48F4-B9521CB0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4B319-B97E-1F0C-8EE0-409136466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057399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Presentation Layer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Layer</a:t>
            </a:r>
          </a:p>
          <a:p>
            <a:pPr lvl="1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endpoints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authorization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logic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40671-8D1C-B173-9406-C1131BEFD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1" y="2057399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 Layer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lvl="1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Alembic migrations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application data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Planned AI Layer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preprocessing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Legal-query classification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retrieval and grounded responses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Informational guidance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C02E8-D261-A5D6-7F08-09BB50274009}"/>
              </a:ext>
            </a:extLst>
          </p:cNvPr>
          <p:cNvSpPr txBox="1"/>
          <p:nvPr/>
        </p:nvSpPr>
        <p:spPr>
          <a:xfrm>
            <a:off x="2853814" y="1429263"/>
            <a:ext cx="35887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Components</a:t>
            </a:r>
          </a:p>
        </p:txBody>
      </p:sp>
    </p:spTree>
    <p:extLst>
      <p:ext uri="{BB962C8B-B14F-4D97-AF65-F5344CB8AC3E}">
        <p14:creationId xmlns:p14="http://schemas.microsoft.com/office/powerpoint/2010/main" val="414878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5E20-5D16-A5BE-142A-6018369E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4302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F3635E-342D-3223-5773-7F75A5CDD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185"/>
          <a:stretch>
            <a:fillRect/>
          </a:stretch>
        </p:blipFill>
        <p:spPr>
          <a:xfrm>
            <a:off x="548923" y="1514167"/>
            <a:ext cx="8046154" cy="45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6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599B-A72E-79A3-9A3F-CB049D8D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–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6380-4193-51CE-8B32-41DDEE7F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0935"/>
            <a:ext cx="8229600" cy="5552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and Use Cases</a:t>
            </a:r>
          </a:p>
          <a:p>
            <a:pPr marL="0" indent="0">
              <a:buNone/>
            </a:pPr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 in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client dashboard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legal concerns (Planned)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informational guidance (Planned)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 lawyers (Planned)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LAWYER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lawyer dashboard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profile information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availability (Planned)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consultation requests (Planned)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administrative functions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and verification (Planned unless implemented)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604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583E-A454-EB81-E3EB-F3339D44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– Use Case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B430E4-BECF-7B57-C8A0-A0231CF74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178"/>
          <a:stretch>
            <a:fillRect/>
          </a:stretch>
        </p:blipFill>
        <p:spPr>
          <a:xfrm>
            <a:off x="352276" y="1258528"/>
            <a:ext cx="8334523" cy="48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30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9A66-C0B7-6B68-F8DD-F956B567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(ER Diagram)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73ECB7-4BE6-2C89-847A-49484DD18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916"/>
          <a:stretch>
            <a:fillRect/>
          </a:stretch>
        </p:blipFill>
        <p:spPr>
          <a:xfrm>
            <a:off x="303116" y="1189703"/>
            <a:ext cx="8229600" cy="50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94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F73E-20B1-8895-976C-C350B525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 and Technology Stack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9DA1A3-3485-E708-EB42-6C90CD6A8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026114"/>
              </p:ext>
            </p:extLst>
          </p:nvPr>
        </p:nvGraphicFramePr>
        <p:xfrm>
          <a:off x="457200" y="1417637"/>
          <a:ext cx="8229600" cy="50028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6297869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7397932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41013295"/>
                    </a:ext>
                  </a:extLst>
                </a:gridCol>
              </a:tblGrid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Layer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Technology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Purpose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760053436"/>
                  </a:ext>
                </a:extLst>
              </a:tr>
              <a:tr h="673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Frontend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Next.js, TypeScript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User interface and application routing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411486666"/>
                  </a:ext>
                </a:extLst>
              </a:tr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Styling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Tailwind CSS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Consistent interface styling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970205090"/>
                  </a:ext>
                </a:extLst>
              </a:tr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Backend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FastAPI, Python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API and business logic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1866465"/>
                  </a:ext>
                </a:extLst>
              </a:tr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Database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PostgreSQL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Persistent data storage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403049875"/>
                  </a:ext>
                </a:extLst>
              </a:tr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ORM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SQLAlchemy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Database interaction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063037673"/>
                  </a:ext>
                </a:extLst>
              </a:tr>
              <a:tr h="38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Migrations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Alembic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Database schema changes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480429025"/>
                  </a:ext>
                </a:extLst>
              </a:tr>
              <a:tr h="673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Authentication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JWT and refresh tokens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Session and access management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273048502"/>
                  </a:ext>
                </a:extLst>
              </a:tr>
              <a:tr h="673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Version control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Git and GitHub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Source control and collaboration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655919742"/>
                  </a:ext>
                </a:extLst>
              </a:tr>
              <a:tr h="673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Diagramming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draw.io or equivalent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Architecture and UML diagrams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534690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95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18E5-CF20-F93F-36C6-C9319224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85F8EC-EC85-D9C4-D40A-297C59A2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Members &amp; Responsibilities</a:t>
            </a:r>
            <a:endParaRPr lang="en-IN" b="1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FCDEC48-4BB2-665F-4DA3-5E92C9DC2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539307"/>
              </p:ext>
            </p:extLst>
          </p:nvPr>
        </p:nvGraphicFramePr>
        <p:xfrm>
          <a:off x="720213" y="2097522"/>
          <a:ext cx="7703574" cy="335718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1077">
                  <a:extLst>
                    <a:ext uri="{9D8B030D-6E8A-4147-A177-3AD203B41FA5}">
                      <a16:colId xmlns:a16="http://schemas.microsoft.com/office/drawing/2014/main" val="887888302"/>
                    </a:ext>
                  </a:extLst>
                </a:gridCol>
                <a:gridCol w="4982497">
                  <a:extLst>
                    <a:ext uri="{9D8B030D-6E8A-4147-A177-3AD203B41FA5}">
                      <a16:colId xmlns:a16="http://schemas.microsoft.com/office/drawing/2014/main" val="2602054453"/>
                    </a:ext>
                  </a:extLst>
                </a:gridCol>
              </a:tblGrid>
              <a:tr h="585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Member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Responsibility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816229"/>
                  </a:ext>
                </a:extLst>
              </a:tr>
              <a:tr h="103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Anupam Kumar Singh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AI/NLP research, system architecture, backend and AI-assisted legal-information workflow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710793"/>
                  </a:ext>
                </a:extLst>
              </a:tr>
              <a:tr h="585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Akshay Pratap Singh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Frontend development, authentication, user interface and lawyer-side functionality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395784"/>
                  </a:ext>
                </a:extLst>
              </a:tr>
              <a:tr h="103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Prince Kumar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Database design, testing, documentation and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82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769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11334-BE1D-A0A6-92D2-754C0460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BEC231-8974-7D0B-2865-C46EDFB0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4000" b="1" dirty="0">
              <a:solidFill>
                <a:srgbClr val="000000"/>
              </a:solidFill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8345B-F7A7-6F8B-4DE0-B6147EEC1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NyaySetu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improve access to preliminary legal information.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technical foundation combines a web frontend, backend API, database and authentication.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separates verified existing functionality from planned AI-assisted capabilities.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Privacy, usability and clear legal-information boundaries remain key design priorities.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23DE0-64F3-4035-46FD-4447FF32956C}"/>
              </a:ext>
            </a:extLst>
          </p:cNvPr>
          <p:cNvSpPr txBox="1"/>
          <p:nvPr/>
        </p:nvSpPr>
        <p:spPr>
          <a:xfrm>
            <a:off x="117987" y="4564003"/>
            <a:ext cx="902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err="1"/>
              <a:t>NyaySetu</a:t>
            </a:r>
            <a:r>
              <a:rPr lang="en-IN" i="1" dirty="0"/>
              <a:t> is intended to support access to legal information, not replace qualified legal advice.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8C5BB-400C-A579-2F52-E206E4F03567}"/>
              </a:ext>
            </a:extLst>
          </p:cNvPr>
          <p:cNvSpPr txBox="1"/>
          <p:nvPr/>
        </p:nvSpPr>
        <p:spPr>
          <a:xfrm>
            <a:off x="2817099" y="5406183"/>
            <a:ext cx="3627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43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</TotalTime>
  <Words>1071</Words>
  <Application>Microsoft Office PowerPoint</Application>
  <PresentationFormat>On-screen Show (4:3)</PresentationFormat>
  <Paragraphs>254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Approval from guide for the evaluation</vt:lpstr>
      <vt:lpstr>Contents of the Presentation</vt:lpstr>
      <vt:lpstr>Introduction of the project</vt:lpstr>
      <vt:lpstr>Project Objectives</vt:lpstr>
      <vt:lpstr>Literature Survey (1/2)</vt:lpstr>
      <vt:lpstr>Literature Survey (2/2)</vt:lpstr>
      <vt:lpstr>Research Gap</vt:lpstr>
      <vt:lpstr>Functional  Requirements</vt:lpstr>
      <vt:lpstr>Non - Functional  Requirements</vt:lpstr>
      <vt:lpstr>SDLC Model</vt:lpstr>
      <vt:lpstr>Proposed System Architecture</vt:lpstr>
      <vt:lpstr>Proposed System Architecture</vt:lpstr>
      <vt:lpstr>UML – Use Case Diagram</vt:lpstr>
      <vt:lpstr>UML – Use Case Diagram</vt:lpstr>
      <vt:lpstr>Database Design (ER Diagram)</vt:lpstr>
      <vt:lpstr>Design Tools and Technology Stack</vt:lpstr>
      <vt:lpstr>Team Members &amp; Responsibilities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pooja</dc:creator>
  <cp:lastModifiedBy>Anupam Thakur</cp:lastModifiedBy>
  <cp:revision>89</cp:revision>
  <dcterms:created xsi:type="dcterms:W3CDTF">2019-03-30T06:52:13Z</dcterms:created>
  <dcterms:modified xsi:type="dcterms:W3CDTF">2026-10-17T07:28:10Z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